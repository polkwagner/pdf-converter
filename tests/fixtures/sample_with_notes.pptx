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1: walk through the Warner-Jenkinson framework. Emphasize that the doctrine of equivalents extends literal infringement when the elements are equivalent.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2: Festo cabined the doctrine of equivalents — narrowing amendments raise a rebuttable presumption that the patentee surrendered the equivalent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Infringement Doctrine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Literal infringement</a:t>
            </a:r>
          </a:p>
          <a:p>
            <a:r>
              <a:t>- Doctrine of equivalents</a:t>
            </a:r>
          </a:p>
          <a:p>
            <a:r>
              <a:t>- All-elements rule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Festo and Prosecution History Estoppel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Festo Corp. v. Shoketsu (2002)</a:t>
            </a:r>
          </a:p>
          <a:p>
            <a:r>
              <a:t>- Narrowing amendments</a:t>
            </a:r>
          </a:p>
          <a:p>
            <a:r>
              <a:t>- Rebuttable presumption of estoppel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Three takeaways</a:t>
            </a:r>
          </a:p>
          <a:p>
            <a:r>
              <a:t>- Open questions for next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